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Excel Sales Dashboard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Manoj Kumar</a:t>
            </a:r>
          </a:p>
          <a:p>
            <a:r>
              <a:t>BCA Data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an interactive Excel Sales Dashboard built using Excel's advanced data visualization tools.</a:t>
            </a:r>
          </a:p>
          <a:p/>
          <a:p>
            <a:r>
              <a:t>The dashboard provides insights into sales performance, profits, and customer behavior across multiple regions and products.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Track and monitor key metrics: Sales, Quantity, Profit, and AOV.</a:t>
            </a:r>
          </a:p>
          <a:p>
            <a:r>
              <a:t>• Enable data-driven decisions through interactive filters and visuals.</a:t>
            </a:r>
          </a:p>
          <a:p>
            <a:r>
              <a:t>• Improve business insights across customers, states, and product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Microsoft Excel (Pivot Tables, Charts, and Slicers)</a:t>
            </a:r>
          </a:p>
          <a:p>
            <a:r>
              <a:t>• Data Cleaning and Formatting</a:t>
            </a:r>
          </a:p>
          <a:p>
            <a:r>
              <a:t>• Conditional Formatting and Dashboard Design Principles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Learnings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Developed hands-on experience in Excel-based data analytics.</a:t>
            </a:r>
          </a:p>
          <a:p>
            <a:r>
              <a:t>• Learned effective dashboard design and storytelling through visuals.</a:t>
            </a:r>
          </a:p>
          <a:p>
            <a:r>
              <a:t>• Enhanced understanding of business KPIs and performance indicators.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dashboard visuals and key insights (Insert screenshot here).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 the complete project, dataset, and Excel file on GitHub:</a:t>
            </a:r>
          </a:p>
          <a:p/>
          <a:p>
            <a:r>
              <a:t>🔗 GitHub: https://github.com/manojkumar/excel-sales-dashboard</a:t>
            </a:r>
          </a:p>
          <a:p/>
          <a:p>
            <a:r>
              <a:t>Feel free to explore, fork, and contribute!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>
            <a:r>
              <a:t>📧 manojkumar@gmail.com | 📊 Data Analytics Enthusiast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